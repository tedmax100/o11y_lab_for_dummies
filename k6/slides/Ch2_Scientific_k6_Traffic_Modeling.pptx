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tedmax100.github.io/o11y_lab_for_dummies/k6-performance-testing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0D202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A5F3FC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38BDF8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0D202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A5F3FC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38BDF8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0D202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A5F3FC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38BDF8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0D202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A5F3FC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38BDF8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0D202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A5F3FC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38BDF8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0D202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A5F3FC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38BDF8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0D202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A5F3FC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38BDF8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0D202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A5F3FC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38BDF8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0D202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A5F3FC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38BDF8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0D202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A5F3FC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38BDF8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