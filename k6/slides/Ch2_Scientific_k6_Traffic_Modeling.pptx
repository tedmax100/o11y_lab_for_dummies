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0D202B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A5F3FC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38BDF8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