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6101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BAE6FD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