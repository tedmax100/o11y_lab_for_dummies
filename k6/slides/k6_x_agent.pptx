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tedmax100.github.io/o11y_lab_for_dummies/k6-performance-testing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github.com/grafana/xk6-subcommand-agent" TargetMode="External"/><Relationship Id="rId4" Type="http://schemas.openxmlformats.org/officeDocument/2006/relationships/hyperlink" Target="https://grafana.com/docs/k6/latest/set-up/configure-ai-assistant/bootstrap-with-k6-x-agent/" TargetMode="External"/><Relationship Id="rId5" Type="http://schemas.openxmlformats.org/officeDocument/2006/relationships/hyperlink" Target="https://tedmax100.github.io/o11y_lab_for_dummies/k6-performance-testing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k6_x_agen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334155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0284C7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k6_x_agen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Codelabs_Link_Badge">
            <a:hlinkClick r:id="rId3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334155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0284C7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k6_x_agen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126511" y="8334375"/>
            <a:ext cx="4489302" cy="214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2008372" y="8572500"/>
            <a:ext cx="6615813" cy="214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delabs_Link_Badge">
            <a:hlinkClick r:id="rId5"/>
          </p:cNvPr>
          <p:cNvSpPr/>
          <p:nvPr/>
        </p:nvSpPr>
        <p:spPr>
          <a:xfrm>
            <a:off x="502920" y="8869680"/>
            <a:ext cx="603504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l"/>
            <a:r>
              <a:rPr sz="850" b="1">
                <a:solidFill>
                  <a:srgbClr val="334155"/>
                </a:solidFill>
                <a:latin typeface="Noto Sans CJK TC"/>
              </a:rPr>
              <a:t>▶ 課程實戰 Codelabs：</a:t>
            </a:r>
            <a:r>
              <a:rPr sz="850" b="0">
                <a:solidFill>
                  <a:srgbClr val="0284C7"/>
                </a:solidFill>
                <a:latin typeface="Noto Sans CJK TC"/>
              </a:rPr>
              <a:t>tedmax100.github.io/o11y_lab_for_dummies/k6-performance-testing/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